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ize cx="9144000" cy="6858000" type="screen4x3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ontentPart r:id="rIdContentPart"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9</Slides>
  <Notes>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Demonstration of DOCX support in calibre</vt:lpstr>
      <vt:lpstr>Text Formatting</vt:lpstr>
      <vt:lpstr>Tables</vt:lpstr>
      <vt:lpstr>PowerPoint Presentation</vt:lpstr>
      <vt:lpstr>PowerPoint Presentation</vt:lpstr>
      <vt:lpstr>Structural Elements</vt:lpstr>
      <vt:lpstr>Images</vt:lpstr>
      <vt:lpstr>PowerPoint Presentation</vt:lpstr>
      <vt:lpstr>Charts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fallback fixture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stString">
    <vt:lpwstr>Hello from custom props</vt:lpwstr>
  </property>
  <property fmtid="{D5CDD505-2E9C-101B-9397-08002B2CF9AE}" pid="3" name="TestNumber">
    <vt:i4>42</vt:i4>
  </property>
  <property fmtid="{D5CDD505-2E9C-101B-9397-08002B2CF9AE}" pid="4" name="TestBool">
    <vt:bool>true</vt:bool>
  </property>
</Properties>
</file>